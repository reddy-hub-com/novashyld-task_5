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TASK 5 — ADVANCED VAPT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Final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Target: Metasploitable2</a:t>
            </a:r>
          </a:p>
          <a:p>
            <a:pPr>
              <a:spcAft>
                <a:spcPts val="1000"/>
              </a:spcAft>
              <a:defRPr sz="2100"/>
            </a:pPr>
            <a:r>
              <a:t>Target IP: 192.168.195.133</a:t>
            </a:r>
          </a:p>
          <a:p>
            <a:pPr>
              <a:spcAft>
                <a:spcPts val="1000"/>
              </a:spcAft>
              <a:defRPr sz="2100"/>
            </a:pPr>
            <a:r>
              <a:t>Assessment platform: Kali Linux</a:t>
            </a:r>
          </a:p>
          <a:p>
            <a:pPr>
              <a:spcAft>
                <a:spcPts val="1000"/>
              </a:spcAft>
              <a:defRPr sz="2100"/>
            </a:pPr>
            <a:r>
              <a:t>Assessment type: Authorized isolated laboratory exercise</a:t>
            </a:r>
          </a:p>
          <a:p>
            <a:pPr>
              <a:spcAft>
                <a:spcPts val="1000"/>
              </a:spcAft>
              <a:defRPr sz="2100"/>
            </a:pPr>
            <a:r>
              <a:t>Primary validated vulnerability: vsFTPd 2.3.4 Backdoor (CVE-2011-2523)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1. Objective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Conduct an end-to-end Vulnerability Assessment and Penetration Testing (VAPT) engagement.</a:t>
            </a:r>
          </a:p>
          <a:p>
            <a:pPr>
              <a:spcAft>
                <a:spcPts val="1000"/>
              </a:spcAft>
              <a:defRPr sz="2000"/>
            </a:pPr>
            <a:r>
              <a:t>Combine reconnaissance, scanning, enumeration and controlled exploitation.</a:t>
            </a:r>
          </a:p>
          <a:p>
            <a:pPr>
              <a:spcAft>
                <a:spcPts val="1000"/>
              </a:spcAft>
              <a:defRPr sz="2000"/>
            </a:pPr>
            <a:r>
              <a:t>Validate identified vulnerabilities in the isolated Metasploitable2 lab.</a:t>
            </a:r>
          </a:p>
          <a:p>
            <a:pPr>
              <a:spcAft>
                <a:spcPts val="1000"/>
              </a:spcAft>
              <a:defRPr sz="2000"/>
            </a:pPr>
            <a:r>
              <a:t>Score risk using CVSS v3.1.</a:t>
            </a:r>
          </a:p>
          <a:p>
            <a:pPr>
              <a:spcAft>
                <a:spcPts val="1000"/>
              </a:spcAft>
              <a:defRPr sz="2000"/>
            </a:pPr>
            <a:r>
              <a:t>Produce a professional, client-ready VAPT report and final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2. Lab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Attacker / assessment machine: Kali Linux</a:t>
            </a:r>
          </a:p>
          <a:p>
            <a:pPr>
              <a:spcAft>
                <a:spcPts val="1000"/>
              </a:spcAft>
              <a:defRPr sz="2000"/>
            </a:pPr>
            <a:r>
              <a:t>Kali IP: 192.168.195.139</a:t>
            </a:r>
          </a:p>
          <a:p>
            <a:pPr>
              <a:spcAft>
                <a:spcPts val="1000"/>
              </a:spcAft>
              <a:defRPr sz="2000"/>
            </a:pPr>
            <a:r>
              <a:t>Target: Metasploitable2</a:t>
            </a:r>
          </a:p>
          <a:p>
            <a:pPr>
              <a:spcAft>
                <a:spcPts val="1000"/>
              </a:spcAft>
              <a:defRPr sz="2000"/>
            </a:pPr>
            <a:r>
              <a:t>Target IP: 192.168.195.133</a:t>
            </a:r>
          </a:p>
          <a:p>
            <a:pPr>
              <a:spcAft>
                <a:spcPts val="1000"/>
              </a:spcAft>
              <a:defRPr sz="2000"/>
            </a:pPr>
            <a:r>
              <a:t>Connectivity was verified before scanning.</a:t>
            </a:r>
          </a:p>
          <a:p>
            <a:pPr>
              <a:spcAft>
                <a:spcPts val="1000"/>
              </a:spcAft>
              <a:defRPr sz="2000"/>
            </a:pPr>
            <a:r>
              <a:t>Testing was performed only against the intentionally vulnerable laboratory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3. Reconnaissance &amp; Enumeration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Connectivity verified with ping.</a:t>
            </a:r>
          </a:p>
          <a:p>
            <a:pPr>
              <a:spcAft>
                <a:spcPts val="1000"/>
              </a:spcAft>
              <a:defRPr sz="2000"/>
            </a:pPr>
            <a:r>
              <a:t>Nmap command used: nmap -A 192.168.195.133</a:t>
            </a:r>
          </a:p>
          <a:p>
            <a:pPr>
              <a:spcAft>
                <a:spcPts val="1000"/>
              </a:spcAft>
              <a:defRPr sz="2000"/>
            </a:pPr>
            <a:r>
              <a:t>Nmap was used to identify open ports, services, OS information and default scripts.</a:t>
            </a:r>
          </a:p>
          <a:p>
            <a:pPr>
              <a:spcAft>
                <a:spcPts val="1000"/>
              </a:spcAft>
              <a:defRPr sz="2000"/>
            </a:pPr>
            <a:r>
              <a:t>Scan results were saved as task5_nmap_scan.txt.</a:t>
            </a:r>
          </a:p>
          <a:p>
            <a:pPr>
              <a:spcAft>
                <a:spcPts val="1000"/>
              </a:spcAft>
              <a:defRPr sz="2000"/>
            </a:pPr>
            <a:r>
              <a:t>The target exposed numerous legacy services, providing a broad attack surface.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4. Vulnerability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Vulnerability scripts were run with: nmap --script vuln 192.168.195.133 -oN task5_vuln_scan.txt</a:t>
            </a:r>
          </a:p>
          <a:p>
            <a:pPr>
              <a:spcAft>
                <a:spcPts val="1000"/>
              </a:spcAft>
              <a:defRPr sz="2000"/>
            </a:pPr>
            <a:r>
              <a:t>Key findings included the vsFTPd 2.3.4 backdoor.</a:t>
            </a:r>
          </a:p>
          <a:p>
            <a:pPr>
              <a:spcAft>
                <a:spcPts val="1000"/>
              </a:spcAft>
              <a:defRPr sz="2000"/>
            </a:pPr>
            <a:r>
              <a:t>SSL POODLE (CVE-2014-3566) was reported.</a:t>
            </a:r>
          </a:p>
          <a:p>
            <a:pPr>
              <a:spcAft>
                <a:spcPts val="1000"/>
              </a:spcAft>
              <a:defRPr sz="2000"/>
            </a:pPr>
            <a:r>
              <a:t>Weak / insufficient Diffie-Hellman parameters were reported.</a:t>
            </a:r>
          </a:p>
          <a:p>
            <a:pPr>
              <a:spcAft>
                <a:spcPts val="1000"/>
              </a:spcAft>
              <a:defRPr sz="2000"/>
            </a:pPr>
            <a:r>
              <a:t>Other legacy-service findings included OpenSSL CCS Injection and an UnrealIRCd backdoor indication.</a:t>
            </a:r>
          </a:p>
          <a:p>
            <a:pPr>
              <a:spcAft>
                <a:spcPts val="1000"/>
              </a:spcAft>
              <a:defRPr sz="2000"/>
            </a:pPr>
            <a:r>
              <a:t>Only findings explicitly validated during exploitation are described as exploited.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5. Critical Finding — vsFTPd 2.3.4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Affected service: FTP — TCP/21</a:t>
            </a:r>
          </a:p>
          <a:p>
            <a:pPr>
              <a:spcAft>
                <a:spcPts val="1000"/>
              </a:spcAft>
              <a:defRPr sz="2000"/>
            </a:pPr>
            <a:r>
              <a:t>Vulnerability: vsFTPd 2.3.4 backdoor</a:t>
            </a:r>
          </a:p>
          <a:p>
            <a:pPr>
              <a:spcAft>
                <a:spcPts val="1000"/>
              </a:spcAft>
              <a:defRPr sz="2000"/>
            </a:pPr>
            <a:r>
              <a:t>CVE: CVE-2011-2523</a:t>
            </a:r>
          </a:p>
          <a:p>
            <a:pPr>
              <a:spcAft>
                <a:spcPts val="1000"/>
              </a:spcAft>
              <a:defRPr sz="2000"/>
            </a:pPr>
            <a:r>
              <a:t>CVSS v3.1: 9.8 — Critical</a:t>
            </a:r>
          </a:p>
          <a:p>
            <a:pPr>
              <a:spcAft>
                <a:spcPts val="1000"/>
              </a:spcAft>
              <a:defRPr sz="2000"/>
            </a:pPr>
            <a:r>
              <a:t>Nmap reported the vulnerability as exploitable.</a:t>
            </a:r>
          </a:p>
          <a:p>
            <a:pPr>
              <a:spcAft>
                <a:spcPts val="1000"/>
              </a:spcAft>
              <a:defRPr sz="2000"/>
            </a:pPr>
            <a:r>
              <a:t>Metasploit check confirmed that the target appeared vulnerable.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6. Controlled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Metasploit module: exploit/unix/ftp/vsftpd_234_backdoor</a:t>
            </a:r>
          </a:p>
          <a:p>
            <a:pPr>
              <a:spcAft>
                <a:spcPts val="1000"/>
              </a:spcAft>
              <a:defRPr sz="2000"/>
            </a:pPr>
            <a:r>
              <a:t>RHOSTS: 192.168.195.133</a:t>
            </a:r>
          </a:p>
          <a:p>
            <a:pPr>
              <a:spcAft>
                <a:spcPts val="1000"/>
              </a:spcAft>
              <a:defRPr sz="2000"/>
            </a:pPr>
            <a:r>
              <a:t>RPORT: 21</a:t>
            </a:r>
          </a:p>
          <a:p>
            <a:pPr>
              <a:spcAft>
                <a:spcPts val="1000"/>
              </a:spcAft>
              <a:defRPr sz="2000"/>
            </a:pPr>
            <a:r>
              <a:t>The exploit was executed only against the isolated lab target.</a:t>
            </a:r>
          </a:p>
          <a:p>
            <a:pPr>
              <a:spcAft>
                <a:spcPts val="1000"/>
              </a:spcAft>
              <a:defRPr sz="2000"/>
            </a:pPr>
            <a:r>
              <a:t>A Meterpreter session was successfully opened.</a:t>
            </a:r>
          </a:p>
          <a:p>
            <a:pPr>
              <a:spcAft>
                <a:spcPts val="1000"/>
              </a:spcAft>
              <a:defRPr sz="2000"/>
            </a:pPr>
            <a:r>
              <a:t>This validated real exploitability rather than relying only on scanner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7. Post-Exploitation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Meterpreter session established on the Metasploitable2 target.</a:t>
            </a:r>
          </a:p>
          <a:p>
            <a:pPr>
              <a:spcAft>
                <a:spcPts val="1000"/>
              </a:spcAft>
              <a:defRPr sz="2000"/>
            </a:pPr>
            <a:r>
              <a:t>getuid returned: Server username: root</a:t>
            </a:r>
          </a:p>
          <a:p>
            <a:pPr>
              <a:spcAft>
                <a:spcPts val="1000"/>
              </a:spcAft>
              <a:defRPr sz="2000"/>
            </a:pPr>
            <a:r>
              <a:t>sysinfo identified the target as Metasploitable2 / Ubuntu 8.04.</a:t>
            </a:r>
          </a:p>
          <a:p>
            <a:pPr>
              <a:spcAft>
                <a:spcPts val="1000"/>
              </a:spcAft>
              <a:defRPr sz="2000"/>
            </a:pPr>
            <a:r>
              <a:t>pwd and ls demonstrated access to the target filesystem.</a:t>
            </a:r>
          </a:p>
          <a:p>
            <a:pPr>
              <a:spcAft>
                <a:spcPts val="1000"/>
              </a:spcAft>
              <a:defRPr sz="2000"/>
            </a:pPr>
            <a:r>
              <a:t>The session was subsequently backgrounded and confirmed with sessions.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8. Risk Severity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40080">
                <a:tc>
                  <a:txBody>
                    <a:bodyPr/>
                    <a:lstStyle/>
                    <a:p>
                      <a:r>
                        <a:rPr sz="1100"/>
                        <a:t>ID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Finding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CVSS v3.1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Severity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Validation</a:t>
                      </a:r>
                    </a:p>
                  </a:txBody>
                  <a:tcPr marL="45720" marR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/>
                        <a:t>V-01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vsFTPd 2.3.4 Backdoor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9.8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Critical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Validated</a:t>
                      </a:r>
                    </a:p>
                  </a:txBody>
                  <a:tcPr marL="45720" marR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/>
                        <a:t>V-02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OpenSSL CCS Injection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7.4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Detected</a:t>
                      </a:r>
                    </a:p>
                  </a:txBody>
                  <a:tcPr marL="45720" marR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/>
                        <a:t>V-03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SSL POODLE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3.4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Low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Detected</a:t>
                      </a:r>
                    </a:p>
                  </a:txBody>
                  <a:tcPr marL="45720" marR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/>
                        <a:t>V-04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Logjam / weak export DH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3.7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Low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Detected</a:t>
                      </a:r>
                    </a:p>
                  </a:txBody>
                  <a:tcPr marL="45720" marR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/>
                        <a:t>V-05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Insufficient DH group strength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N/A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Config weakness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Detected</a:t>
                      </a:r>
                    </a:p>
                  </a:txBody>
                  <a:tcPr marL="45720" marR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/>
                        <a:t>V-06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UnrealIRCd backdoor indication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N/A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Review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sz="1100"/>
                        <a:t>Detected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9. Impact &amp;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Critical impact: the validated vsFTPd issue resulted in root-level Meterpreter access in the lab.</a:t>
            </a:r>
          </a:p>
          <a:p>
            <a:pPr>
              <a:spcAft>
                <a:spcPts val="1000"/>
              </a:spcAft>
              <a:defRPr sz="1700"/>
            </a:pPr>
            <a:r>
              <a:t>Replace/remove the vulnerable vsFTPd 2.3.4 installation.</a:t>
            </a:r>
          </a:p>
          <a:p>
            <a:pPr>
              <a:spcAft>
                <a:spcPts val="1000"/>
              </a:spcAft>
              <a:defRPr sz="1700"/>
            </a:pPr>
            <a:r>
              <a:t>Disable unnecessary FTP and legacy services.</a:t>
            </a:r>
          </a:p>
          <a:p>
            <a:pPr>
              <a:spcAft>
                <a:spcPts val="1000"/>
              </a:spcAft>
              <a:defRPr sz="1700"/>
            </a:pPr>
            <a:r>
              <a:t>Upgrade vulnerable OpenSSL/TLS components.</a:t>
            </a:r>
          </a:p>
          <a:p>
            <a:pPr>
              <a:spcAft>
                <a:spcPts val="1000"/>
              </a:spcAft>
              <a:defRPr sz="1700"/>
            </a:pPr>
            <a:r>
              <a:t>Disable SSL 3.0 and export-grade cryptography.</a:t>
            </a:r>
          </a:p>
          <a:p>
            <a:pPr>
              <a:spcAft>
                <a:spcPts val="1000"/>
              </a:spcAft>
              <a:defRPr sz="1700"/>
            </a:pPr>
            <a:r>
              <a:t>Replace weak DH parameters with strong modern parameters.</a:t>
            </a:r>
          </a:p>
          <a:p>
            <a:pPr>
              <a:spcAft>
                <a:spcPts val="1000"/>
              </a:spcAft>
              <a:defRPr sz="1700"/>
            </a:pPr>
            <a:r>
              <a:t>Remove any trojaned/unsupported UnrealIRCd service.</a:t>
            </a:r>
          </a:p>
          <a:p>
            <a:pPr>
              <a:spcAft>
                <a:spcPts val="1000"/>
              </a:spcAft>
              <a:defRPr sz="1700"/>
            </a:pPr>
            <a:r>
              <a:t>Re-scan after remediation to confirm closure.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10. Evidence Collected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Connectivity / ping evidence</a:t>
            </a:r>
          </a:p>
          <a:p>
            <a:pPr>
              <a:spcAft>
                <a:spcPts val="1000"/>
              </a:spcAft>
              <a:defRPr sz="1800"/>
            </a:pPr>
            <a:r>
              <a:t>Nmap service and OS enumeration</a:t>
            </a:r>
          </a:p>
          <a:p>
            <a:pPr>
              <a:spcAft>
                <a:spcPts val="1000"/>
              </a:spcAft>
              <a:defRPr sz="1800"/>
            </a:pPr>
            <a:r>
              <a:t>Saved Nmap scan output</a:t>
            </a:r>
          </a:p>
          <a:p>
            <a:pPr>
              <a:spcAft>
                <a:spcPts val="1000"/>
              </a:spcAft>
              <a:defRPr sz="1800"/>
            </a:pPr>
            <a:r>
              <a:t>Open-port/service enumeration</a:t>
            </a:r>
          </a:p>
          <a:p>
            <a:pPr>
              <a:spcAft>
                <a:spcPts val="1000"/>
              </a:spcAft>
              <a:defRPr sz="1800"/>
            </a:pPr>
            <a:r>
              <a:t>Nmap vulnerability scan</a:t>
            </a:r>
          </a:p>
          <a:p>
            <a:pPr>
              <a:spcAft>
                <a:spcPts val="1000"/>
              </a:spcAft>
              <a:defRPr sz="1800"/>
            </a:pPr>
            <a:r>
              <a:t>Metasploit vulnerability check</a:t>
            </a:r>
          </a:p>
          <a:p>
            <a:pPr>
              <a:spcAft>
                <a:spcPts val="1000"/>
              </a:spcAft>
              <a:defRPr sz="1800"/>
            </a:pPr>
            <a:r>
              <a:t>Successful Meterpreter session</a:t>
            </a:r>
          </a:p>
          <a:p>
            <a:pPr>
              <a:spcAft>
                <a:spcPts val="1000"/>
              </a:spcAft>
              <a:defRPr sz="1800"/>
            </a:pPr>
            <a:r>
              <a:t>getuid = root</a:t>
            </a:r>
          </a:p>
          <a:p>
            <a:pPr>
              <a:spcAft>
                <a:spcPts val="1000"/>
              </a:spcAft>
              <a:defRPr sz="1800"/>
            </a:pPr>
            <a:r>
              <a:t>sysinfo, pwd and ls verification</a:t>
            </a:r>
          </a:p>
          <a:p>
            <a:pPr>
              <a:spcAft>
                <a:spcPts val="1000"/>
              </a:spcAft>
              <a:defRPr sz="1800"/>
            </a:pPr>
            <a:r>
              <a:t>Backgrounded session and sessions listing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Task 5 VAPT workflow was completed against the authorized Metasploitable2 laboratory target.</a:t>
            </a:r>
          </a:p>
          <a:p>
            <a:pPr>
              <a:spcAft>
                <a:spcPts val="1000"/>
              </a:spcAft>
              <a:defRPr sz="2000"/>
            </a:pPr>
            <a:r>
              <a:t>Multiple security weaknesses were identified through reconnaissance and vulnerability scanning.</a:t>
            </a:r>
          </a:p>
          <a:p>
            <a:pPr>
              <a:spcAft>
                <a:spcPts val="1000"/>
              </a:spcAft>
              <a:defRPr sz="2000"/>
            </a:pPr>
            <a:r>
              <a:t>The vsFTPd 2.3.4 backdoor was successfully validated through controlled exploitation.</a:t>
            </a:r>
          </a:p>
          <a:p>
            <a:pPr>
              <a:spcAft>
                <a:spcPts val="1000"/>
              </a:spcAft>
              <a:defRPr sz="2000"/>
            </a:pPr>
            <a:r>
              <a:t>Root-level access was confirmed with Meterpreter getuid.</a:t>
            </a:r>
          </a:p>
          <a:p>
            <a:pPr>
              <a:spcAft>
                <a:spcPts val="1000"/>
              </a:spcAft>
              <a:defRPr sz="2000"/>
            </a:pPr>
            <a:r>
              <a:t>The findings have been prioritized using CVSS v3.1 where applicable.</a:t>
            </a:r>
          </a:p>
          <a:p>
            <a:pPr>
              <a:spcAft>
                <a:spcPts val="1000"/>
              </a:spcAft>
              <a:defRPr sz="2000"/>
            </a:pPr>
            <a:r>
              <a:t>Remediation and re-testing are the recommended next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12.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☐ Complete VAPT assessment report</a:t>
            </a:r>
          </a:p>
          <a:p>
            <a:pPr>
              <a:spcAft>
                <a:spcPts val="1000"/>
              </a:spcAft>
              <a:defRPr sz="1900"/>
            </a:pPr>
            <a:r>
              <a:t>☐ CVSS risk severity matrix</a:t>
            </a:r>
          </a:p>
          <a:p>
            <a:pPr>
              <a:spcAft>
                <a:spcPts val="1000"/>
              </a:spcAft>
              <a:defRPr sz="1900"/>
            </a:pPr>
            <a:r>
              <a:t>☐ Evidence screenshots</a:t>
            </a:r>
          </a:p>
          <a:p>
            <a:pPr>
              <a:spcAft>
                <a:spcPts val="1000"/>
              </a:spcAft>
              <a:defRPr sz="1900"/>
            </a:pPr>
            <a:r>
              <a:t>☐ Final project presentation</a:t>
            </a:r>
          </a:p>
          <a:p>
            <a:pPr>
              <a:spcAft>
                <a:spcPts val="1000"/>
              </a:spcAft>
              <a:defRPr sz="1900"/>
            </a:pPr>
            <a:r>
              <a:t>☐ GitHub repository: NovaShyld Task_5</a:t>
            </a:r>
          </a:p>
          <a:p>
            <a:pPr>
              <a:spcAft>
                <a:spcPts val="1000"/>
              </a:spcAft>
              <a:defRPr sz="1900"/>
            </a:pPr>
            <a:r>
              <a:t>☐ Upload screenshots, report and required files</a:t>
            </a:r>
          </a:p>
          <a:p>
            <a:pPr>
              <a:spcAft>
                <a:spcPts val="1000"/>
              </a:spcAft>
              <a:defRPr sz="1900"/>
            </a:pPr>
            <a:r>
              <a:t>☐ Add the GitHub repository link to the report</a:t>
            </a:r>
          </a:p>
          <a:p>
            <a:pPr>
              <a:spcAft>
                <a:spcPts val="1000"/>
              </a:spcAft>
              <a:defRPr sz="1900"/>
            </a:pPr>
            <a:r>
              <a:t>☐ Submit the completed report according to the program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NovaShyld Technologies — Task 5 VAPT Assessment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